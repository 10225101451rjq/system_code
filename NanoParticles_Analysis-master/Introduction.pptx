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8" r:id="rId2"/>
    <p:sldId id="269" r:id="rId3"/>
    <p:sldId id="276" r:id="rId4"/>
    <p:sldId id="278" r:id="rId5"/>
    <p:sldId id="261" r:id="rId6"/>
    <p:sldId id="277" r:id="rId7"/>
    <p:sldId id="268" r:id="rId8"/>
    <p:sldId id="280" r:id="rId9"/>
    <p:sldId id="27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12" autoAdjust="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3" d="2"/>
        <a:sy n="3" d="2"/>
      </p:scale>
      <p:origin x="0" y="-43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4C88C-29FC-4EAC-8DE2-9778E0BE2B53}" type="datetimeFigureOut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1CD4D-A3A8-4BCC-9427-9D8462C38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01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zjuPeco/article/details/77371645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已完成部分和未来工作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(3</a:t>
            </a:r>
            <a:r>
              <a:rPr lang="zh-CN" altLang="en-US" dirty="0">
                <a:hlinkClick r:id="rId3"/>
              </a:rPr>
              <a:t>条消息</a:t>
            </a:r>
            <a:r>
              <a:rPr lang="en-US" altLang="zh-CN" dirty="0">
                <a:hlinkClick r:id="rId3"/>
              </a:rPr>
              <a:t>) </a:t>
            </a:r>
            <a:r>
              <a:rPr lang="zh-CN" altLang="en-US" dirty="0">
                <a:hlinkClick r:id="rId3"/>
              </a:rPr>
              <a:t>利用随机森林对特征重要性进行评估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zjuPeco</a:t>
            </a:r>
            <a:r>
              <a:rPr lang="zh-CN" altLang="en-US" dirty="0">
                <a:hlinkClick r:id="rId3"/>
              </a:rPr>
              <a:t>的博客</a:t>
            </a:r>
            <a:r>
              <a:rPr lang="en-US" altLang="zh-CN" dirty="0">
                <a:hlinkClick r:id="rId3"/>
              </a:rPr>
              <a:t>-CSDN</a:t>
            </a:r>
            <a:r>
              <a:rPr lang="zh-CN" altLang="en-US" dirty="0">
                <a:hlinkClick r:id="rId3"/>
              </a:rPr>
              <a:t>博客</a:t>
            </a:r>
            <a:r>
              <a:rPr lang="en-US" altLang="zh-CN" dirty="0">
                <a:hlinkClick r:id="rId3"/>
              </a:rPr>
              <a:t>_</a:t>
            </a:r>
            <a:r>
              <a:rPr lang="zh-CN" altLang="en-US" dirty="0">
                <a:hlinkClick r:id="rId3"/>
              </a:rPr>
              <a:t>利用随机森林对特征重要性进行评估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1CD4D-A3A8-4BCC-9427-9D8462C38E9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941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https://www.processon.com/diagraming/62dfd280e401fd7774ba175d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1CD4D-A3A8-4BCC-9427-9D8462C38E9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842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https://www.processon.com/diagraming/62dfd280e401fd7774ba175d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01CD4D-A3A8-4BCC-9427-9D8462C38E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85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F3913C-03C0-4DD1-8A1E-2EA9FC276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6640F0-29EB-4D05-984D-60BE6FED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CE81C-946D-4E24-981F-5DE21BD5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7B225-EE9E-434E-AD70-00CDCB0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34897-D65E-4745-AEAB-A2AE1A8D9CC9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49B8-B927-47AF-82EB-5F59ED1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73DF2-AF77-44AD-B985-9A5CFC79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50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7EC1-AE80-4979-A7D6-C87185D6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284FD-8087-4D82-8FD3-8F055885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447675" indent="-447675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808038" indent="-350838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254125" indent="-339725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 marL="1616075" indent="-244475"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126D6-36F6-41DF-A825-F1E8FBB9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01DE-C7BB-4ACE-9562-F6C88E72DFB5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6CEFF-0837-4190-9625-9533CCD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5D5BF-5D06-45F3-8ED0-281B61D3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old.ecnu.edu.cn/site/identity/images/a4.gif">
            <a:extLst>
              <a:ext uri="{FF2B5EF4-FFF2-40B4-BE49-F238E27FC236}">
                <a16:creationId xmlns:a16="http://schemas.microsoft.com/office/drawing/2014/main" id="{5595DAAA-AB55-4A84-ADB5-02FA029E12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8239" y="36512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1F915F-2E6C-4469-BE1B-3DEED6DFAA85}"/>
              </a:ext>
            </a:extLst>
          </p:cNvPr>
          <p:cNvCxnSpPr>
            <a:cxnSpLocks/>
          </p:cNvCxnSpPr>
          <p:nvPr userDrawn="1"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D48080-F667-4226-B356-BBC3C92937C4}"/>
              </a:ext>
            </a:extLst>
          </p:cNvPr>
          <p:cNvCxnSpPr>
            <a:cxnSpLocks/>
          </p:cNvCxnSpPr>
          <p:nvPr userDrawn="1"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1E1CF1-8B7F-4EA2-92C8-2B4817076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73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4DB1-E92B-4113-82FE-530FDCC6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509C0-436C-468D-B618-A02B7C5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C0C03-EC12-4489-B7B6-4F2A8231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BC66-CFA3-4862-893C-997CEA36C716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DFF40-9B68-4F2F-8CD0-7AAE71E0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A13B-154D-4455-B12D-03EFA34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4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1D83-F900-45B8-B37E-052B07F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78C22-1F69-43ED-95E7-FF654B3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B764C-5F12-4AC1-B7A8-98C67233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E8530-CA80-4659-8EEC-3FAABA20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383E4-79F2-4211-A584-5E6629A32DFC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6450F-45CB-43FD-8482-8DB88379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DCE72-5275-43EA-ABE5-F76BFF0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4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A51B-BC75-4FCA-9436-EF78B564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5BBD-D06F-4A36-B7A2-7017891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7B718-9D21-42BC-8681-01DA5D7D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78318-E4A8-4C85-B659-5222495A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D809B-D7DF-4155-97EB-8E179A20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92687-48A0-4338-800A-C5DFDD7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C4C04-F9ED-406C-B130-FEA5BF6997C3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863C7-5439-4EF1-A21D-5E53501C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4E9EC9-403E-4D16-B568-9A9A4CB3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21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F30F9-6409-4212-89F8-11CDA167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7F5E84-DD0E-408A-BF4D-15867859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41424-C8AF-4CA1-9828-983A6CC3C519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CA323-9181-44B4-85A3-3C2F7D11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7471-B90E-467F-910F-52202B78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5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A7D63A-5BFD-499F-B3EA-463127E6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3A31D-A00E-4A95-AFBB-A5166D7CD292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E59A3-DD05-4D90-96DC-686CB517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4B72-0D71-4D0F-BB90-83EAA43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2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5C962-3DDF-4D21-8468-6B24810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BD7E-88DC-4D87-BF3D-D55FF018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E8564-7092-4141-AD63-AAC23E8B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93888-8F45-487B-923D-D447221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55F8A-E629-4CB8-A866-26E14B74BAE7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44FAC-6EEA-44B4-A4F1-653CB1CA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3FA2B3-11DB-4BEE-84C8-2311B0A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58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A414-D77C-4B82-8529-656C313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31F53-4CC4-46DC-8E70-3572E64FB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67C09-3FA3-4589-B78F-DCBEAED52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9F04E-67F4-4F68-B37D-A00A57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234A-43AB-4C11-868A-C982E31B06FF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ECEA-4528-4530-A522-778BBB9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C5F91-AAED-4F20-AF2C-9D1FF649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50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6D1D9-B232-4A42-AB69-863156B1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3A2D74-7775-4D3C-9091-9BAA39C8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2DD2D-FDAC-4A32-B731-E3842FF1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37D5-BFE8-45E8-9E30-F23577AB3359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388B-1355-49B2-B918-3CEE224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7334B-18F2-480F-8F95-682C88A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869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B35CB8-CD11-431D-8FCF-85C153D2E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EF1E3-5F13-4B29-B438-6C1D20D6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A534A-6E71-4D12-AD85-7E28669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457-3CEB-41DE-A94A-48A937205C45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16A3-5950-48B1-80C7-09517A34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AEE19-5033-4C14-A64A-F63DEA78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0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8034C-A9C2-4DAC-9DB6-29CEC9FA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32A96-A572-45D8-B504-F225478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44EE8-4BFD-44E6-ACC4-C609EAA85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5516E8-CA70-42D2-BFBC-7314E85E9C47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B2F3-D1DF-4CD8-BACC-8EA9D956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Course Logistics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3E20-0C80-4229-8EE6-4E74029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E75A79-C12E-4282-8451-1BC984B858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52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47675" indent="-447675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54238" indent="-325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91A7B-F351-49FF-9E1D-E0348C33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227" y="1315913"/>
            <a:ext cx="6229546" cy="1114278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颗粒分析项目流程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A9E699-5F57-41A2-9548-DF466A10BBBA}"/>
              </a:ext>
            </a:extLst>
          </p:cNvPr>
          <p:cNvSpPr/>
          <p:nvPr/>
        </p:nvSpPr>
        <p:spPr>
          <a:xfrm>
            <a:off x="3959441" y="3870664"/>
            <a:ext cx="4119239" cy="2752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C745DC-2D82-48CA-8A2F-09110C614B31}"/>
              </a:ext>
            </a:extLst>
          </p:cNvPr>
          <p:cNvSpPr txBox="1"/>
          <p:nvPr/>
        </p:nvSpPr>
        <p:spPr>
          <a:xfrm>
            <a:off x="5413767" y="3786232"/>
            <a:ext cx="1210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王扬扬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2022.9.21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972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4BED-0AC2-43AF-8841-472C9C83C472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341F51-078C-9F5F-1DFC-C15BFBBFC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8" r="776"/>
          <a:stretch/>
        </p:blipFill>
        <p:spPr>
          <a:xfrm>
            <a:off x="47133" y="104204"/>
            <a:ext cx="12091448" cy="668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16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85AD2AAF-0F88-7199-07FA-A44DB412B456}"/>
              </a:ext>
            </a:extLst>
          </p:cNvPr>
          <p:cNvSpPr txBox="1"/>
          <p:nvPr/>
        </p:nvSpPr>
        <p:spPr>
          <a:xfrm>
            <a:off x="3748242" y="6351103"/>
            <a:ext cx="4695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参与指纹提取的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种样品对应的处理流程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3EE7CE4-FC1A-70F8-7B0A-9036B745D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686" y="106787"/>
            <a:ext cx="7768628" cy="607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18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4BED-0AC2-43AF-8841-472C9C83C472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341F51-078C-9F5F-1DFC-C15BFBBFC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8" r="776"/>
          <a:stretch/>
        </p:blipFill>
        <p:spPr>
          <a:xfrm>
            <a:off x="47133" y="104204"/>
            <a:ext cx="12091448" cy="668133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2C38A8A-8A86-C02A-7387-6C534CFE1C8B}"/>
              </a:ext>
            </a:extLst>
          </p:cNvPr>
          <p:cNvSpPr/>
          <p:nvPr/>
        </p:nvSpPr>
        <p:spPr>
          <a:xfrm>
            <a:off x="1878496" y="914400"/>
            <a:ext cx="993913" cy="39756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A1FD0-FFA5-3B64-85DE-3AC856D129AD}"/>
              </a:ext>
            </a:extLst>
          </p:cNvPr>
          <p:cNvSpPr/>
          <p:nvPr/>
        </p:nvSpPr>
        <p:spPr>
          <a:xfrm>
            <a:off x="2492861" y="6102626"/>
            <a:ext cx="727418" cy="43490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2DBBA7-0344-F9D9-2BDB-5BA2B7E10279}"/>
              </a:ext>
            </a:extLst>
          </p:cNvPr>
          <p:cNvSpPr/>
          <p:nvPr/>
        </p:nvSpPr>
        <p:spPr>
          <a:xfrm>
            <a:off x="4096374" y="2378765"/>
            <a:ext cx="727418" cy="43490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046ACB-F52F-9C2A-CC35-1902E1C8977C}"/>
              </a:ext>
            </a:extLst>
          </p:cNvPr>
          <p:cNvSpPr/>
          <p:nvPr/>
        </p:nvSpPr>
        <p:spPr>
          <a:xfrm>
            <a:off x="8310565" y="1263306"/>
            <a:ext cx="773799" cy="39756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488F24-78F4-38A8-5EC2-006F9F941E33}"/>
              </a:ext>
            </a:extLst>
          </p:cNvPr>
          <p:cNvSpPr/>
          <p:nvPr/>
        </p:nvSpPr>
        <p:spPr>
          <a:xfrm>
            <a:off x="9851129" y="5934697"/>
            <a:ext cx="972583" cy="434905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B92842-45F9-727B-ACF7-F7CE957875E6}"/>
              </a:ext>
            </a:extLst>
          </p:cNvPr>
          <p:cNvSpPr/>
          <p:nvPr/>
        </p:nvSpPr>
        <p:spPr>
          <a:xfrm>
            <a:off x="4931261" y="3585757"/>
            <a:ext cx="1499356" cy="469408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98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7A06302-6F98-5F5D-A02C-6887137D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566" y="136525"/>
            <a:ext cx="8289234" cy="32064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691D3C9-7D4E-B783-C086-EAA62B813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565" y="3685153"/>
            <a:ext cx="8289235" cy="285375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4C51F22-067A-502B-3AFA-CA57B32CF8E0}"/>
              </a:ext>
            </a:extLst>
          </p:cNvPr>
          <p:cNvSpPr txBox="1"/>
          <p:nvPr/>
        </p:nvSpPr>
        <p:spPr>
          <a:xfrm>
            <a:off x="1033669" y="992277"/>
            <a:ext cx="1636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原始数据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A05747-4AF6-ECE2-184B-A359274DF176}"/>
              </a:ext>
            </a:extLst>
          </p:cNvPr>
          <p:cNvSpPr txBox="1"/>
          <p:nvPr/>
        </p:nvSpPr>
        <p:spPr>
          <a:xfrm>
            <a:off x="1033669" y="4384951"/>
            <a:ext cx="1636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纳米颗粒</a:t>
            </a:r>
            <a:endParaRPr lang="en-US" altLang="zh-CN" dirty="0"/>
          </a:p>
          <a:p>
            <a:pPr algn="ctr"/>
            <a:r>
              <a:rPr lang="zh-CN" altLang="en-US" dirty="0"/>
              <a:t>（经过后处理）</a:t>
            </a:r>
          </a:p>
        </p:txBody>
      </p:sp>
    </p:spTree>
    <p:extLst>
      <p:ext uri="{BB962C8B-B14F-4D97-AF65-F5344CB8AC3E}">
        <p14:creationId xmlns:p14="http://schemas.microsoft.com/office/powerpoint/2010/main" val="103770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51A909-3C21-A5FB-6BCA-63A4B267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43454F-70AD-4CE4-59CE-23E7FB8C7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107" y="345085"/>
            <a:ext cx="3065706" cy="2956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3F04F0A-D26A-9B03-C70B-A361D9EFD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87" y="269373"/>
            <a:ext cx="7767579" cy="320226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68B6F8-6252-87A7-E09A-3000ABCEED2C}"/>
              </a:ext>
            </a:extLst>
          </p:cNvPr>
          <p:cNvSpPr txBox="1"/>
          <p:nvPr/>
        </p:nvSpPr>
        <p:spPr>
          <a:xfrm>
            <a:off x="9717156" y="3301885"/>
            <a:ext cx="1636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指纹数据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BA6922-51A0-7894-89B6-A2B49A1F5C57}"/>
              </a:ext>
            </a:extLst>
          </p:cNvPr>
          <p:cNvSpPr txBox="1"/>
          <p:nvPr/>
        </p:nvSpPr>
        <p:spPr>
          <a:xfrm>
            <a:off x="2500708" y="325219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训练集</a:t>
            </a:r>
            <a:r>
              <a:rPr lang="en-US" altLang="zh-CN" dirty="0"/>
              <a:t>-006005008</a:t>
            </a:r>
            <a:r>
              <a:rPr lang="zh-CN" altLang="en-US" dirty="0"/>
              <a:t>分组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E7A5148-D0E6-0234-845F-2C09E121F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478" y="4729671"/>
            <a:ext cx="3420964" cy="116919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11A2A93-D284-2956-5CAD-431CD5D5F6CF}"/>
              </a:ext>
            </a:extLst>
          </p:cNvPr>
          <p:cNvSpPr txBox="1"/>
          <p:nvPr/>
        </p:nvSpPr>
        <p:spPr>
          <a:xfrm>
            <a:off x="8285921" y="4223131"/>
            <a:ext cx="390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配置样品标签</a:t>
            </a:r>
            <a:r>
              <a:rPr lang="en-US" altLang="zh-CN" dirty="0"/>
              <a:t>-006005008</a:t>
            </a:r>
            <a:r>
              <a:rPr lang="zh-CN" altLang="en-US" dirty="0"/>
              <a:t>分组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E2027AE-6C51-778C-209A-99622D9AD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4885832"/>
            <a:ext cx="2743200" cy="57583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6AB7237-5011-8DE0-9641-CD330CA9DB5C}"/>
              </a:ext>
            </a:extLst>
          </p:cNvPr>
          <p:cNvSpPr txBox="1"/>
          <p:nvPr/>
        </p:nvSpPr>
        <p:spPr>
          <a:xfrm>
            <a:off x="4142960" y="4360339"/>
            <a:ext cx="390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纯样品单位质量颗粒数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6C42690-649B-1EDD-D159-02FBFE2B8B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751" y="4479846"/>
            <a:ext cx="3304768" cy="212449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4D5C06F-5446-F601-1A5B-7ADAE01EC68C}"/>
              </a:ext>
            </a:extLst>
          </p:cNvPr>
          <p:cNvSpPr txBox="1"/>
          <p:nvPr/>
        </p:nvSpPr>
        <p:spPr>
          <a:xfrm>
            <a:off x="1038952" y="402190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溯源结果</a:t>
            </a:r>
          </a:p>
        </p:txBody>
      </p:sp>
    </p:spTree>
    <p:extLst>
      <p:ext uri="{BB962C8B-B14F-4D97-AF65-F5344CB8AC3E}">
        <p14:creationId xmlns:p14="http://schemas.microsoft.com/office/powerpoint/2010/main" val="410769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后续工作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397F9F-0205-7FE1-E9EA-A050B2A001DE}"/>
              </a:ext>
            </a:extLst>
          </p:cNvPr>
          <p:cNvSpPr txBox="1"/>
          <p:nvPr/>
        </p:nvSpPr>
        <p:spPr>
          <a:xfrm>
            <a:off x="1779104" y="1808923"/>
            <a:ext cx="7772400" cy="542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对包含多种纯样品的批次数据测试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Aft>
                <a:spcPts val="30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中间文件删除（以分支为单位）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对两种特征提取方案中每种特征的重要程度排序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筛选单元素颗粒，并统计其颗粒数浓度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纯样品提取指纹过程中的交集保留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584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DEA1A-8CD6-016A-0D43-E03730DC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两种特征提取方案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7FD3D-7B39-218A-86F6-00841E4C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901DE-C7BB-4ACE-9562-F6C88E72DFB5}" type="datetime1">
              <a:rPr lang="zh-CN" altLang="en-US" smtClean="0"/>
              <a:t>2022/9/21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6F87AF-A848-127E-8A5F-21A146C8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D85617-AEBD-2214-F6B7-97C3EB2FFD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175" y="5174409"/>
            <a:ext cx="6041032" cy="7021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6FAB81-B68F-86D8-8F5C-C0BA08451E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175" y="2692270"/>
            <a:ext cx="6041712" cy="20018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D27C509-7E94-3144-A09B-DEE381DA434A}"/>
              </a:ext>
            </a:extLst>
          </p:cNvPr>
          <p:cNvSpPr txBox="1"/>
          <p:nvPr/>
        </p:nvSpPr>
        <p:spPr>
          <a:xfrm>
            <a:off x="7500730" y="480462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X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30A116-5CB6-D1B8-4D07-CD030DF4236C}"/>
              </a:ext>
            </a:extLst>
          </p:cNvPr>
          <p:cNvSpPr txBox="1"/>
          <p:nvPr/>
        </p:nvSpPr>
        <p:spPr>
          <a:xfrm>
            <a:off x="7199243" y="1991424"/>
            <a:ext cx="3346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Magpie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引入元素理化特征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31BC72B-6A97-225A-69F9-A1727A5B2F2F}"/>
              </a:ext>
            </a:extLst>
          </p:cNvPr>
          <p:cNvCxnSpPr/>
          <p:nvPr/>
        </p:nvCxnSpPr>
        <p:spPr>
          <a:xfrm>
            <a:off x="5744817" y="1898374"/>
            <a:ext cx="0" cy="4457976"/>
          </a:xfrm>
          <a:prstGeom prst="lin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17758D7-0628-1312-721E-6280EDB2D06A}"/>
              </a:ext>
            </a:extLst>
          </p:cNvPr>
          <p:cNvSpPr txBox="1"/>
          <p:nvPr/>
        </p:nvSpPr>
        <p:spPr>
          <a:xfrm>
            <a:off x="1272209" y="1991424"/>
            <a:ext cx="3346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指纹的元素统计信息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A56D54A-2279-10A9-B60E-E069BD4B75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62" y="2692270"/>
            <a:ext cx="5426723" cy="211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1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后续工作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397F9F-0205-7FE1-E9EA-A050B2A001DE}"/>
              </a:ext>
            </a:extLst>
          </p:cNvPr>
          <p:cNvSpPr txBox="1"/>
          <p:nvPr/>
        </p:nvSpPr>
        <p:spPr>
          <a:xfrm>
            <a:off x="1779104" y="1808923"/>
            <a:ext cx="7772400" cy="542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对包含多种纯样品的批次数据测试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spcAft>
                <a:spcPts val="30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中间文件删除（以分支为单位）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对两种特征提取方案中每种特征的重要程度排序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筛选单元素颗粒，并统计其颗粒数浓度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纯样品提取指纹过程中的交集保留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1997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236</Words>
  <Application>Microsoft Office PowerPoint</Application>
  <PresentationFormat>宽屏</PresentationFormat>
  <Paragraphs>48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黑体</vt:lpstr>
      <vt:lpstr>微软雅黑</vt:lpstr>
      <vt:lpstr>Arial</vt:lpstr>
      <vt:lpstr>Times New Roman</vt:lpstr>
      <vt:lpstr>Wingdings</vt:lpstr>
      <vt:lpstr>1_Office 主题​​</vt:lpstr>
      <vt:lpstr>颗粒分析项目流程</vt:lpstr>
      <vt:lpstr>Introduction</vt:lpstr>
      <vt:lpstr>PowerPoint 演示文稿</vt:lpstr>
      <vt:lpstr>Introduction</vt:lpstr>
      <vt:lpstr>PowerPoint 演示文稿</vt:lpstr>
      <vt:lpstr>PowerPoint 演示文稿</vt:lpstr>
      <vt:lpstr>后续工作</vt:lpstr>
      <vt:lpstr>两种特征提取方案</vt:lpstr>
      <vt:lpstr>后续工作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Contextualized End-to-End  Neural Entity Linking  AACL 2020</dc:title>
  <dc:creator>蔡 鸿斌</dc:creator>
  <cp:lastModifiedBy>Y Wang</cp:lastModifiedBy>
  <cp:revision>47</cp:revision>
  <dcterms:created xsi:type="dcterms:W3CDTF">2021-06-08T06:16:55Z</dcterms:created>
  <dcterms:modified xsi:type="dcterms:W3CDTF">2022-09-21T02:31:47Z</dcterms:modified>
</cp:coreProperties>
</file>